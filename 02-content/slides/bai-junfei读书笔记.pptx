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ource Han Sans SC VF"/>
              </a:rPr>
              <a:t>如何研读经济学文献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ource Han Sans SC VF"/>
              </a:rPr>
              <a:t>从ABC范式出发 · 读书笔记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  <a:latin typeface="Source Han Sans SC VF"/>
              </a:rPr>
              <a:t>白军飞  中国农业大学经管学院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3955"/>
                </a:solidFill>
                <a:latin typeface="Source Han Sans SC VF"/>
              </a:rP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2524"/>
                </a:solidFill>
                <a:latin typeface="Source Han Sans SC VF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Source Han Sans SC VF"/>
              </a:rPr>
              <a:t>科学研究的底层问题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2524"/>
                </a:solidFill>
                <a:latin typeface="Source Han Sans SC VF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Source Han Sans SC VF"/>
              </a:rPr>
              <a:t>ABC与C2B分析范式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2524"/>
                </a:solidFill>
                <a:latin typeface="Source Han Sans SC VF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Source Han Sans SC VF"/>
              </a:rPr>
              <a:t>期刊文章研读方法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2524"/>
                </a:solidFill>
                <a:latin typeface="Source Han Sans SC VF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9776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Source Han Sans SC VF"/>
              </a:rPr>
              <a:t>文献检索与管理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2524"/>
                </a:solidFill>
                <a:latin typeface="Source Han Sans SC VF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Source Han Sans SC VF"/>
              </a:rPr>
              <a:t>如何找文献缺口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2524"/>
                </a:solidFill>
                <a:latin typeface="Source Han Sans SC VF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Source Han Sans SC VF"/>
              </a:rPr>
              <a:t>文献写作要点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A52524"/>
                </a:solidFill>
                <a:latin typeface="Source Han Sans SC VF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SC VF"/>
              </a:rPr>
              <a:t>科学研究的底层问题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本源目标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认识世界：发现未发现，解释未解释的关系
• 基础研究回答"是什么"和"为什么"
• 改造世界：通过行动改变现有状态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三种应用研究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改造型：消除已知的不好
• 揭示型：发现因果机制
• 方法型：提供分析工具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因果关系四要点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A导致B（A先于B）
• AB共变（相关性存在）
• 无第三因素C干扰
• 机制分析不可缺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A52524"/>
                </a:solidFill>
                <a:latin typeface="Source Han Sans SC VF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SC VF"/>
              </a:rPr>
              <a:t>ABC与C2B分析范式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ABC范式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Agents × Behavior × Constraints
任何经济现象 = 主体 × 行为 × 约束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C2B范式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Constraint → Behavior
约束如何影响行为？
科学问题的标准表述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经济学ABC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主体：消费者 / 企业 / 政府
• 行为：消费 / 生产 / 政策
• 约束：预算 / 技术 / 制度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A52524"/>
                </a:solidFill>
                <a:latin typeface="Source Han Sans SC VF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SC VF"/>
              </a:rPr>
              <a:t>期刊文章研读方法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文献研读七阶段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① 读得懂  ② 讲得出  ③ 会归类
④ 能评价  ⑤ 会批判  ⑥ 有洞见  ⑦ 能创新
核心：能评价文章的价值与局限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递推法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从整体到细节的逐层拆解：
• 标题 → 推断主体/行为/约束
• 摘要 → 定位创新与贡献
• 引言 → 识别缺口与动机
• 结论 → 判断发现与局限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期刊文章结构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标题 / 摘要 / 引言 / 文献综述
理论框架 / 方法 / 结果 / 结论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A52524"/>
                </a:solidFill>
                <a:latin typeface="Source Han Sans SC VF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SC VF"/>
              </a:rPr>
              <a:t>文献检索与管理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搜索起点三条路径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① 痛点出发 → 找到痛点原因C
② 话题出发 → JEL分类编码
③ 科学问题出发 → C2B框架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文献管理工具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Endnote：文献分类管理
• 重要文献记录表
• 文献云图：发现脉络
• 何时停止：回到研究实践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A52524"/>
                </a:solidFill>
                <a:latin typeface="Source Han Sans SC VF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SC VF"/>
              </a:rPr>
              <a:t>如何找文献缺口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七种缺口类型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① 群体空白：特定人群未研究
② 机制模糊：作用路径不明
③ 情境缺失：特定条件未探讨
④ 结论矛盾：同类问题相左
⑤ 方法局限：新工具有待应用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探宝图法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① 从痛点出发 → 找原因C → 提出C2B问题
② 质疑一切：逻辑清晰的质疑 = 新假说
避免：仅用"研究很少"作为缺口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文献树与边界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从小边界开始，随认知提升逐步放大
• JEL分类编码定位边界
• 有意义边界 = 至少一个ABC完整的因果链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A52524"/>
                </a:solidFill>
                <a:latin typeface="Source Han Sans SC VF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SC VF"/>
              </a:rPr>
              <a:t>文献写作要点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期刊文章的文献接续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内嵌引言 vs 独立文献小节
• 呈现时间×学科跨度
• 牛头必须对马尾（缺口与贡献匹配）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研究计划书文献综述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时间轴越远，线条越粗，体量越小
• 面（综述）× 点（本文缺口）
• 出资方类型决定详略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1960352" cy="4572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3955"/>
                </a:solidFill>
                <a:latin typeface="Source Han Sans SC VF"/>
              </a:rPr>
              <a:t>综述类文章定位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Source Han Sans SC VF"/>
              </a:rPr>
              <a:t>• 描绘过去→未来脉络
• 指明研究方向
• 述评穿插，以评带述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ource Han Sans SC VF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Source Han Sans SC VF"/>
              </a:rPr>
              <a:t>如何研读经济学文献 · 读书笔记 · 白军飞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